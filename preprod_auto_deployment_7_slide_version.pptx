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84A7D">
              <a:alpha val="80000"/>
            </a:srgbClr>
          </a:solidFill>
          <a:ln w="12700">
            <a:solidFill>
              <a:srgbClr val="184A7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635240" y="960120"/>
            <a:ext cx="3291840" cy="3291840"/>
          </a:xfrm>
          <a:prstGeom prst="arc">
            <a:avLst/>
          </a:prstGeom>
          <a:noFill/>
          <a:ln w="101600">
            <a:solidFill>
              <a:srgbClr val="73B7FF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63040"/>
            <a:ext cx="6263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Pre-Production Environment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Automated Deployment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90779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BFF"/>
                </a:solidFill>
              </a:rPr>
              <a:t>Detailed 7-slide version for planning and approval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278892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160520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 once → validate in Pre-Prod → promote the same release to Production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6016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9F5"/>
                </a:solidFill>
              </a:rPr>
              <a:t>Leadership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 &amp; Proposal Summary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55B"/>
                </a:solidFill>
              </a:rPr>
              <a:t>Move from manual Production file copies to a controlled CI/CD release promotion model.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Development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395728" y="2404872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Git Repository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206240" y="2404872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CI/CD Pipeline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016752" y="2404872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Pre-Production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827264" y="2404872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7576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Approval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637776" y="2404872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0" y="2103120"/>
            <a:ext cx="1645920" cy="786384"/>
          </a:xfrm>
          <a:prstGeom prst="roundRect">
            <a:avLst>
              <a:gd name="adj" fmla="val 9302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088" y="2221992"/>
            <a:ext cx="151790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Production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77240" y="36576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657600"/>
            <a:ext cx="73152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38039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Core principle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8408" y="4160520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Build once, deploy to Pre-Prod, validate, then promote the same RC/Git tag to Production.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80560" y="36576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65760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8039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Governance stays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81728" y="4160520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Production deployment can require manual approval/change control before the automated production job runs.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3657600"/>
            <a:ext cx="3200400" cy="1280160"/>
          </a:xfrm>
          <a:prstGeom prst="roundRect">
            <a:avLst>
              <a:gd name="adj" fmla="val 8571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3657600"/>
            <a:ext cx="73152" cy="1280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38039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Target result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385048" y="4160520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Production deployments become repeatable, traceable, safer, and easier to recover from.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State: Manual Production Deployment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55B"/>
                </a:solidFill>
              </a:rPr>
              <a:t>Today, changed files are manually copied into Production servers.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208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Human error risk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32688" y="2377440"/>
            <a:ext cx="31546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Missed files, incorrect file versions, incorrect permissions, or inconsistent deployment across servers.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8745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0208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Limited repeatability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2377440"/>
            <a:ext cx="31546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Deployment steps may vary depending on who performs the release.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87452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874520"/>
            <a:ext cx="73152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0208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Harder audit trail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56448" y="2377440"/>
            <a:ext cx="31546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Manual actions are harder to tie back to commit, tag, approver, and exact timestamp.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0" y="374904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7490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38953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Production-first testing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029968" y="4251960"/>
            <a:ext cx="31546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The real deployment path may not be validated before Production.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3749040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374904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38953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Rollback complexity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22008" y="4251960"/>
            <a:ext cx="315468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Restoring the previous known-good release is harder without a versioned deployment process.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Deployment Model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Commit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973798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0102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4110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Build / Validate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590979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7283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1291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Create RC or Git Tag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208161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4465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8473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Deploy to Pre-Prod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825343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1647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5655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Test / Validate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442525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88829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536173"/>
          </a:solidFill>
          <a:ln w="12700">
            <a:solidFill>
              <a:srgbClr val="536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2837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Approve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059706" y="1796796"/>
            <a:ext cx="118872" cy="182880"/>
          </a:xfrm>
          <a:prstGeom prst="rightArrow">
            <a:avLst/>
          </a:prstGeom>
          <a:solidFill>
            <a:srgbClr val="9AA8B8"/>
          </a:solidFill>
          <a:ln w="12700">
            <a:solidFill>
              <a:srgbClr val="9AA8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06010" y="1508760"/>
            <a:ext cx="1452590" cy="758952"/>
          </a:xfrm>
          <a:prstGeom prst="roundRect">
            <a:avLst>
              <a:gd name="adj" fmla="val 9639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70018" y="1627632"/>
            <a:ext cx="132457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Promote to Prod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22960" y="301752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Pre-Production behavior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3657600"/>
            <a:ext cx="4434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</a:rPr>
              <a:t>Pipeline automatically deploys the release candidate to an environment that mirrors Production as closely as practical.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01752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F2FFF8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</a:rPr>
              <a:t>Production behavior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3657600"/>
            <a:ext cx="4434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</a:rPr>
              <a:t>After approval, the same validated RC or Git tag is promoted to Production without rebuilding or changing the release package.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920240" y="5486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</a:rPr>
              <a:t>This ensures what was tested is exactly what gets released.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Requested Pre-Production Environment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73152" cy="14630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636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RHEL server baseline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1920240"/>
            <a:ext cx="28803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4 RHEL servers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12 CPUs / equivalent sizing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62 GB memory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4 GB swap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417320"/>
            <a:ext cx="73152" cy="1463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5636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Application stack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53128" y="1920240"/>
            <a:ext cx="28803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Install and configure BoxLang on required servers. Configure backend communication through load balancer.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141732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41732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156362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Apache HTTPD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19288" y="1920240"/>
            <a:ext cx="28803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Configure httpd.conf, commandbox.conf, SSL/TLS certificates, keys, and approved TLS paths.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Infrastructure needs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160520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87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DNS records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599432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Load balancer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038344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965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Firewall rules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477256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404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SSL certificates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087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GitLab Runner/Agent connectivity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72200" y="4599432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Secrets and service accounts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038344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965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Health-check endpoints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5477256"/>
            <a:ext cx="146304" cy="14630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404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Network routing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&amp; Control Requirements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EEF6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73152" cy="1325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179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Environment variables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187452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Pre-Prod and Production configuration separated with protected CI/CD variables.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EEF6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71600"/>
            <a:ext cx="73152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5179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Secure access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36008" y="187452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Service accounts and deployment credentials stored securely, not in source code.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EEF6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37160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5179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Approval gate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9328" y="187452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Production job restricted to authorized users and protected branches/tags.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337560"/>
            <a:ext cx="73152" cy="13258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838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Pre/post checks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84048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Validate connectivity, file deployment, service state, and application health.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337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337560"/>
            <a:ext cx="73152" cy="1325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34838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Logging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36008" y="384048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Capture pipeline logs, timestamp, release version, approver, and target environment.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337560"/>
            <a:ext cx="3291840" cy="1325880"/>
          </a:xfrm>
          <a:prstGeom prst="roundRect">
            <a:avLst>
              <a:gd name="adj" fmla="val 8276"/>
            </a:avLst>
          </a:prstGeom>
          <a:solidFill>
            <a:srgbClr val="F7FAFC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337560"/>
            <a:ext cx="7315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4838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55B"/>
                </a:solidFill>
              </a:rPr>
              <a:t>Rollback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39328" y="3840480"/>
            <a:ext cx="2971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3"/>
                </a:solidFill>
              </a:rPr>
              <a:t>Record the previously deployed version and define restore steps for failed releases.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 AUTOMATION PROPOSAL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Benefits, Risk Reduction &amp; Leadership Request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Pre-Production &amp; Automated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02A"/>
                </a:solidFill>
              </a:rPr>
              <a:t>Reduced manual deployment risk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22960" y="21305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39696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02A"/>
                </a:solidFill>
              </a:rPr>
              <a:t>Consistent deployments every time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69464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02A"/>
                </a:solidFill>
              </a:rPr>
              <a:t>Improved auditability and traceability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2296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99232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02A"/>
                </a:solidFill>
              </a:rPr>
              <a:t>Faster and safer release execution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2960" y="34198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7202A"/>
                </a:solidFill>
              </a:rPr>
              <a:t>Versioned rollback path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5303520" cy="2423160"/>
          </a:xfrm>
          <a:prstGeom prst="roundRect">
            <a:avLst>
              <a:gd name="adj" fmla="val 4528"/>
            </a:avLst>
          </a:prstGeom>
          <a:solidFill>
            <a:srgbClr val="EEF6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</a:rPr>
              <a:t>Leadership approval requested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057400"/>
            <a:ext cx="45262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1. Provision Pre-Production/Staging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2. Approve GitLab CI/CD pipeline extension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02A"/>
                </a:solidFill>
              </a:rPr>
              <a:t>3. Support cross-team DNS, firewall, load balancer, SSL, secrets, and connectivity work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106527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83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Final message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800600"/>
            <a:ext cx="87325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2355B"/>
                </a:solidFill>
              </a:rPr>
              <a:t>We are not automating simply to move faster. We are automating to make Production deployments safer, repeatable, traceable, and easier to recover from.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Pre-Production Environment and Automated Deployment Proposal</dc:subject>
  <dc:creator>Sunday Ebosele</dc:creator>
  <cp:lastModifiedBy>Sunday Ebosele</cp:lastModifiedBy>
  <cp:revision>1</cp:revision>
  <dcterms:created xsi:type="dcterms:W3CDTF">2026-10-06T11:30:18Z</dcterms:created>
  <dcterms:modified xsi:type="dcterms:W3CDTF">2026-10-06T11:30:18Z</dcterms:modified>
</cp:coreProperties>
</file>